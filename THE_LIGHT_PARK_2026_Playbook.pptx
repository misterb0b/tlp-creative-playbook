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4D3AA8"/>
                </a:solidFill>
              </a:defRPr>
            </a:pPr>
            <a:r>
              <a:t>THE LIGHT PARK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1A1A2E"/>
                </a:solidFill>
              </a:defRPr>
            </a:pPr>
            <a:r>
              <a:t>Creative Playbook &amp; Strategic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4D3AA8"/>
                </a:solidFill>
              </a:defRPr>
            </a:pPr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A1A2E"/>
                </a:solidFill>
              </a:defRPr>
            </a:pPr>
            <a:r>
              <a:t>Executive Summary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Project Timeline Overview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February 2026 - Foundation &amp; Character Development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March 2026 - Content Creation &amp; Digital Platforms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April 2026 - Integration &amp; Finalization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May 2026 - Public Launch &amp; Production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June 2026 - Community Engagement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Concept Visualizations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D3AA8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557FF"/>
                </a:solidFill>
              </a:defRPr>
            </a:pPr>
            <a:r>
              <a:t>Strategic Vision for 2026 Season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9144000" cy="182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4D3AA8"/>
                </a:solidFill>
              </a:defRPr>
            </a:pPr>
            <a:r>
              <a:t>Mission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A1A2E"/>
                </a:solidFill>
              </a:defRPr>
            </a:pPr>
            <a:r>
              <a:t>THE LIGHT PARK 2026 season represents a transformative leap forward in holiday entertainment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Expanding to 8 venues across multiple locations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Introducing DJ Polar Ice and Pixel Penguin character-driven experiences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Integrating cutting-edge technology and immersive storytelling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Creating unforgettable holiday memories for all guests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4D3AA8"/>
                </a:solidFill>
              </a:defRPr>
            </a:pPr>
            <a:r>
              <a:t>Key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A1A2E"/>
                </a:solidFill>
              </a:defRPr>
            </a:pPr>
            <a:r>
              <a:t>✓ Venue Expansion: Launch new Oklahoma City park location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✓ Character Integration: Fully integrate DJ Polar Ice and Pixel Penguin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✓ Experience Enhancement: Redesign tent experiences with digital screens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✓ Digital Transformation: Launch mobile app and YouTube channel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✓ Content Creation: Develop new audio sequences and theme songs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4D3AA8"/>
                </a:solidFill>
              </a:defRPr>
            </a:pPr>
            <a:r>
              <a:t>Brand Cohesion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A1A2E"/>
                </a:solidFill>
              </a:defRPr>
            </a:pPr>
            <a:r>
              <a:t>Strict adherence to THE LIGHT PARK brand identity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Signature color palette: Primary Purple, Ice Blue, Accent Purple, Gnome Red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Character universe consistency across all touchpoints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Professional, polished presentation for stakeholder review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Cohesive brand presence across all materials and experiences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D3AA8"/>
                </a:solidFill>
              </a:defRPr>
            </a:pPr>
            <a:r>
              <a:t>Project Timeline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557FF"/>
                </a:solidFill>
              </a:defRPr>
            </a:pPr>
            <a:r>
              <a:t>February - June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9144000" cy="182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4D3AA8"/>
                </a:solidFill>
              </a:defRPr>
            </a:pPr>
            <a:r>
              <a:t>Phase Overview - Gantt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A1A2E"/>
                </a:solidFill>
              </a:defRPr>
            </a:pPr>
            <a:r>
              <a:t>February: Character Development &amp; Venue Design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DJ Polar Ice avatar development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Pixel Penguin concept design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Oklahoma City park layout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Tent enhancement concepts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March: Content Creation &amp; Digital Launch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YouTube channel setup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Festival map prototypes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Mobile app development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Audio track production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4D3AA8"/>
                </a:solidFill>
              </a:defRPr>
            </a:pPr>
            <a:r>
              <a:t>Key Milestones - Linear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A1A2E"/>
                </a:solidFill>
              </a:defRPr>
            </a:pPr>
            <a:r>
              <a:t>February 2026: Foundation &amp; Character Development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✓ DJ Polar Ice avatar photo shoot complete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✓ Pixel Penguin designs finalized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✓ OKC park layout approved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March 2026: Content &amp; Digital Platform Launch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✓ YouTube channel created (private)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✓ Festival map prototypes developed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✓ Mobile app beta testing begins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April 2026: Integration &amp; Finalization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✓ Bumper tracks integrated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✓ Festival maps finalized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✓ Branding approved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D3AA8"/>
                </a:solidFill>
              </a:defRPr>
            </a:pPr>
            <a:r>
              <a:t>February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557FF"/>
                </a:solidFill>
              </a:defRPr>
            </a:pPr>
            <a:r>
              <a:t>Foundation Building &amp; Character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9144000" cy="182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4D3AA8"/>
                </a:solidFill>
              </a:defRPr>
            </a:pPr>
            <a:r>
              <a:t>DJ Polar Ice Avatar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A1A2E"/>
                </a:solidFill>
              </a:defRPr>
            </a:pPr>
            <a:r>
              <a:t>HIGH PRIORITY - Mascot Photo Shoot &amp; Facial Animation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Schedule professional photographer with mascot experience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Capture multiple angles and expressions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Create animation library for marketing and shows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HIGH PRIORITY - Lip-Sync Modeling &amp; Gesture Animation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Create phoneme library (English/Spanish)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Design gesture animations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Test animation smoothness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HIGH PRIORITY - Voice Creation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Audition bilingual voice actors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Record core phrases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Integrate with show control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4D3AA8"/>
                </a:solidFill>
              </a:defRPr>
            </a:pPr>
            <a:r>
              <a:t>Pixel Penguin &amp; Venue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A1A2E"/>
                </a:solidFill>
              </a:defRPr>
            </a:pPr>
            <a:r>
              <a:t>HIGH PRIORITY - Pixel Penguin Character Design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Develop 5-7 concept variations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Focus on mischievous, tech-savvy traits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Create final 3D model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HIGH PRIORITY - Oklahoma City Park Layout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Conduct site survey and measurement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Design traffic flow patterns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Map emergency exits and safety compliance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Position concession tent and merchandise areas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MEDIUM PRIORITY - Themed Area Development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Audit existing prop inventory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Design layouts for returning venues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4D3AA8"/>
                </a:solidFill>
              </a:defRPr>
            </a:pPr>
            <a:r>
              <a:t>Tent Experience Enhancement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A1A2E"/>
                </a:solidFill>
              </a:defRPr>
            </a:pPr>
            <a:r>
              <a:t>HIGH PRIORITY - Tent Redesign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Design 16' tall pixel screens for entrances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Create custom rolling shelving units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Design rolling cart for popcorn machines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Develop standardized tent layout template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HIGH PRIORITY - Merchandising Strategy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Display DJ Polar Ice plushies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Electric lemonade, cake pops, cotton candy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Generate AI concept images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MEDIUM PRIORITY - Marketing Assets Organization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Create centralized digital asset library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Establish file naming conventions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D3AA8"/>
                </a:solidFill>
              </a:defRPr>
            </a:pPr>
            <a:r>
              <a:t>March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557FF"/>
                </a:solidFill>
              </a:defRPr>
            </a:pPr>
            <a:r>
              <a:t>Content Creation &amp; Digital Platform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9144000" cy="182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4D3AA8"/>
                </a:solidFill>
              </a:defRPr>
            </a:pPr>
            <a:r>
              <a:t>Digital Platforms 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A1A2E"/>
                </a:solidFill>
              </a:defRPr>
            </a:pPr>
            <a:r>
              <a:t>MEDIUM PRIORITY - YouTube Channel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Create channel with proper branding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Design channel art and thumbnails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Upload initial content for review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Conduct brand consistency audit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HIGH PRIORITY - Festival Map Prototypes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Design site-specific maps for all 8 venues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Include DJ Polar Ice story teaser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Create sponsorship placement zones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Begin sponsor outreach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4D3AA8"/>
                </a:solidFill>
              </a:defRPr>
            </a:pPr>
            <a:r>
              <a:t>Mobile App &amp; Content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A1A2E"/>
                </a:solidFill>
              </a:defRPr>
            </a:pPr>
            <a:r>
              <a:t>HIGH PRIORITY - Mobile App Development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Provide branding materials to developer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Review UI/UX designs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Test beta versions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Ensure brand consistency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MEDIUM PRIORITY - Storybook Concept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Write DJ Polar Ice origin story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Create teaser excerpts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Develop character dialogue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HIGH PRIORITY - Theme Song/Jingle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Compose signature audio branding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Create instrumental and vocal versions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Integrate into marketing and shows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4D3AA8"/>
                </a:solidFill>
              </a:defRPr>
            </a:pPr>
            <a:r>
              <a:t>Audio &amp; Sequence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A1A2E"/>
                </a:solidFill>
              </a:defRPr>
            </a:pPr>
            <a:r>
              <a:t>MEDIUM PRIORITY - Character Dialog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Write bumper track scripts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Develop bilingual content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Add personality to show experience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HIGH PRIORITY - New Audio Track Production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Create minimum 3 new sequences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Select current music tracks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Design light synchronization patterns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MEDIUM PRIORITY - Digital Character Images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Create pixel screen-optimized graphics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Design phoneme animations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Test display quality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HIGH PRIORITY - xLights Layout Completion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Map sequences to all 8 venues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Test HTML upload scripts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Enable mid-season updates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D3AA8"/>
                </a:solidFill>
              </a:defRPr>
            </a:pPr>
            <a:r>
              <a:t>April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557FF"/>
                </a:solidFill>
              </a:defRPr>
            </a:pPr>
            <a:r>
              <a:t>Integration &amp; Finalization Phase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9144000" cy="182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4D3AA8"/>
                </a:solidFill>
              </a:defRPr>
            </a:pPr>
            <a:r>
              <a:t>Integration &amp; Finalization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A1A2E"/>
                </a:solidFill>
              </a:defRPr>
            </a:pPr>
            <a:r>
              <a:t>HIGH PRIORITY - Bumper Track Integration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Import all tracks into xLights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Add theme song backgrounds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Maintain light animation during transitions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HIGH PRIORITY - Site Layout Finalization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Complete all 8 festival maps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Obtain domestic printing quotes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Solicit overseas printing quotes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Make final printing decision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HIGH PRIORITY - Branding Finalization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Comprehensive graphic design review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Ensure brand cohesion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Obtain stakeholder approvals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4D3AA8"/>
                </a:solidFill>
              </a:defRPr>
            </a:pPr>
            <a:r>
              <a:t>App Finalization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A1A2E"/>
                </a:solidFill>
              </a:defRPr>
            </a:pPr>
            <a:r>
              <a:t>HIGH PRIORITY - Mobile App Completion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Confirm all use cases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Test ticketing system integration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Conduct user acceptance testing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Prepare for app store submission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HIGH PRIORITY - Quality Assurance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Test all features across devices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Verify brand alignment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Validate user experience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Final bug fixes and improvements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D3AA8"/>
                </a:solidFill>
              </a:defRPr>
            </a:pPr>
            <a:r>
              <a:t>May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557FF"/>
                </a:solidFill>
              </a:defRPr>
            </a:pPr>
            <a:r>
              <a:t>Public Launch &amp; Production Phase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9144000" cy="182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4D3AA8"/>
                </a:solidFill>
              </a:defRPr>
            </a:pPr>
            <a:r>
              <a:t>Social Media 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A1A2E"/>
                </a:solidFill>
              </a:defRPr>
            </a:pPr>
            <a:r>
              <a:t>HIGH PRIORITY - Multi-Platform Launch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Begin content release on YouTube, TikTok, Instagram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Post teaser content and character reveals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Monitor engagement metrics daily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Adjust strategy based on performance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Key Success Metrics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Viewer engagement and watch time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Social media follower growth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Content sharing and virality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Brand awareness and recognition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4D3AA8"/>
                </a:solidFill>
              </a:defRPr>
            </a:pPr>
            <a:r>
              <a:t>Production &amp; Early Bird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A1A2E"/>
                </a:solidFill>
              </a:defRPr>
            </a:pPr>
            <a:r>
              <a:t>HIGH PRIORITY - Tent Improvement Production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Finalize concession enhancement designs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Begin manufacturing pixel screens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Procurement of rolling shelving units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Fabrication of rolling carts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MEDIUM PRIORITY - Early Bird Sales Planning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Define promotional packages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Establish pricing tiers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Create marketing materials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Set launch dates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HIGH PRIORITY - Sequence Upload Process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Upload new sequences to all props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Update existing content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Test playback quality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Continue through July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D3AA8"/>
                </a:solidFill>
              </a:defRPr>
            </a:pPr>
            <a:r>
              <a:t>June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557FF"/>
                </a:solidFill>
              </a:defRPr>
            </a:pPr>
            <a:r>
              <a:t>Community Engagement &amp; Pre-Season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9144000" cy="182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4D3AA8"/>
                </a:solidFill>
              </a:defRPr>
            </a:pPr>
            <a:r>
              <a:t>Community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A1A2E"/>
                </a:solidFill>
              </a:defRPr>
            </a:pPr>
            <a:r>
              <a:t>MEDIUM PRIORITY - Community Outreach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Contact local schools for spirit nights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Develop school partnership packages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Approach businesses for group sales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Create promotional materials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MEDIUM PRIORITY - App Audio Content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Develop pre-arrival audio experience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Create queue entertainment content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Explore sponsorship opportunities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Integrate into mobile app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Partnership Goals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Build community relationships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Increase group ticket sales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Enhance brand local presence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D3AA8"/>
                </a:solidFill>
              </a:defRPr>
            </a:pPr>
            <a:r>
              <a:t>Concept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557FF"/>
                </a:solidFill>
              </a:defRPr>
            </a:pPr>
            <a:r>
              <a:t>AI-Generated Images for Tent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9144000" cy="182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4D3AA8"/>
                </a:solidFill>
              </a:defRPr>
            </a:pPr>
            <a:r>
              <a:t>Tent Enhancement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A1A2E"/>
                </a:solidFill>
              </a:defRPr>
            </a:pPr>
            <a:r>
              <a:t>🎪 Grand Entrance Design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16' tall pixel screens at tent leg entrances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DJ Polar Ice content displays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Immersive arrival experience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🛍️ Merchandise Display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Custom rolling shelving units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DJ Polar Ice plushies showcase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Electric lemonade, cake pops, cotton candy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Organized, visually appealing arrangement</a:t>
            </a:r>
          </a:p>
          <a:p>
            <a:pPr>
              <a:defRPr sz="2000">
                <a:solidFill>
                  <a:srgbClr val="1A1A2E"/>
                </a:solidFill>
              </a:defRPr>
            </a:pP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🍿 Concession Experience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Rolling cart for popcorn machines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Themed branding design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Efficient service flow</a:t>
            </a:r>
          </a:p>
          <a:p>
            <a:pPr>
              <a:defRPr sz="2000">
                <a:solidFill>
                  <a:srgbClr val="1A1A2E"/>
                </a:solidFill>
              </a:defRPr>
            </a:pPr>
            <a:r>
              <a:t>  • Standardized across venues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4D3AA8"/>
                </a:solidFill>
              </a:defRPr>
            </a:pPr>
            <a:r>
              <a:t>Ready for 2026!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1A1A2E"/>
                </a:solidFill>
              </a:defRPr>
            </a:pPr>
            <a:r>
              <a:t>THE LIGHT PARK - Creating Magical Holiday Experiences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